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66" d="100"/>
          <a:sy n="66" d="100"/>
        </p:scale>
        <p:origin x="28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en-US" dirty="0">
                <a:latin typeface="Georgia" panose="02040502050405020303" pitchFamily="18" charset="0"/>
              </a:rPr>
              <a:t>costs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4.0313718453342057E-2"/>
          <c:y val="0.20416284729607384"/>
          <c:w val="0.93125000000000002"/>
          <c:h val="0.62409087402692842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5"/>
          <c:dPt>
            <c:idx val="0"/>
            <c:bubble3D val="0"/>
            <c:explosion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835-4E06-9DE9-DE765B1C787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835-4E06-9DE9-DE765B1C787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835-4E06-9DE9-DE765B1C787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7835-4E06-9DE9-DE765B1C787D}"/>
              </c:ext>
            </c:extLst>
          </c:dPt>
          <c:dLbls>
            <c:dLbl>
              <c:idx val="0"/>
              <c:layout>
                <c:manualLayout>
                  <c:x val="-0.162546087318784"/>
                  <c:y val="-0.11636783032771617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60</a:t>
                    </a:r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835-4E06-9DE9-DE765B1C787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25</a:t>
                    </a:r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835-4E06-9DE9-DE765B1C787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15</a:t>
                    </a:r>
                    <a:endParaRPr lang="en-US" dirty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835-4E06-9DE9-DE765B1C787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15</a:t>
                    </a:r>
                    <a:endParaRPr lang="en-US" dirty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835-4E06-9DE9-DE765B1C787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35-4E06-9DE9-DE765B1C787D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en-US"/>
              <a:t>Allocation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Name 1</c:v>
                </c:pt>
                <c:pt idx="1">
                  <c:v>Name 2</c:v>
                </c:pt>
                <c:pt idx="2">
                  <c:v>Name 3</c:v>
                </c:pt>
                <c:pt idx="3">
                  <c:v>Name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A8-4CB4-B9E0-4639034FB72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Name 1</c:v>
                </c:pt>
                <c:pt idx="1">
                  <c:v>Name 2</c:v>
                </c:pt>
                <c:pt idx="2">
                  <c:v>Name 3</c:v>
                </c:pt>
                <c:pt idx="3">
                  <c:v>Name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A8-4CB4-B9E0-4639034FB72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Name 1</c:v>
                </c:pt>
                <c:pt idx="1">
                  <c:v>Name 2</c:v>
                </c:pt>
                <c:pt idx="2">
                  <c:v>Name 3</c:v>
                </c:pt>
                <c:pt idx="3">
                  <c:v>Name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A8-4CB4-B9E0-4639034FB7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10169471"/>
        <c:axId val="1574246111"/>
      </c:barChart>
      <c:catAx>
        <c:axId val="15101694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1574246111"/>
        <c:crosses val="autoZero"/>
        <c:auto val="1"/>
        <c:lblAlgn val="ctr"/>
        <c:lblOffset val="100"/>
        <c:noMultiLvlLbl val="0"/>
      </c:catAx>
      <c:valAx>
        <c:axId val="15742461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151016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200">
          <a:latin typeface="Georgia" panose="02040502050405020303" pitchFamily="18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r>
              <a:rPr lang="en-US" sz="1400"/>
              <a:t>Bourn Down</a:t>
            </a:r>
          </a:p>
        </c:rich>
      </c:tx>
      <c:layout>
        <c:manualLayout>
          <c:xMode val="edge"/>
          <c:yMode val="edge"/>
          <c:x val="0.322242369595302"/>
          <c:y val="7.76414128291736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A7-4F5F-B068-2D1D39D43B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A7-4F5F-B068-2D1D39D43B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A7-4F5F-B068-2D1D39D43B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06555023"/>
        <c:axId val="1757933583"/>
      </c:lineChart>
      <c:catAx>
        <c:axId val="18065550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1757933583"/>
        <c:crosses val="autoZero"/>
        <c:auto val="1"/>
        <c:lblAlgn val="ctr"/>
        <c:lblOffset val="100"/>
        <c:noMultiLvlLbl val="0"/>
      </c:catAx>
      <c:valAx>
        <c:axId val="17579335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40502050405020303" pitchFamily="18" charset="0"/>
                <a:ea typeface="+mn-ea"/>
                <a:cs typeface="+mn-cs"/>
              </a:defRPr>
            </a:pPr>
            <a:endParaRPr lang="en-US"/>
          </a:p>
        </c:txPr>
        <c:crossAx val="18065550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40502050405020303" pitchFamily="18" charset="0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anose="02040502050405020303" pitchFamily="18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055555555555557"/>
          <c:y val="6.0185185185185182E-2"/>
          <c:w val="0.56388888888888888"/>
          <c:h val="0.93981481481481477"/>
        </c:manualLayout>
      </c:layout>
      <c:pieChart>
        <c:varyColors val="1"/>
        <c:ser>
          <c:idx val="0"/>
          <c:order val="0"/>
          <c:spPr>
            <a:ln>
              <a:noFill/>
            </a:ln>
          </c:spPr>
          <c:dPt>
            <c:idx val="0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95-434D-8A76-F454FF4422E7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95-434D-8A76-F454FF4422E7}"/>
              </c:ext>
            </c:extLst>
          </c:dPt>
          <c:dPt>
            <c:idx val="2"/>
            <c:bubble3D val="0"/>
            <c:spPr>
              <a:noFill/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95-434D-8A76-F454FF4422E7}"/>
              </c:ext>
            </c:extLst>
          </c:dPt>
          <c:val>
            <c:numRef>
              <c:f>Sheet1!$F$2:$F$4</c:f>
              <c:numCache>
                <c:formatCode>General</c:formatCode>
                <c:ptCount val="3"/>
                <c:pt idx="0">
                  <c:v>25</c:v>
                </c:pt>
                <c:pt idx="1">
                  <c:v>3</c:v>
                </c:pt>
                <c:pt idx="2">
                  <c:v>172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695-434D-8A76-F454FF442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</c:pie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tx1">
              <a:lumMod val="65000"/>
              <a:lumOff val="35000"/>
            </a:schemeClr>
          </a:solidFill>
        </a:defRPr>
      </a:pPr>
      <a:endParaRPr lang="en-US"/>
    </a:p>
  </c:txPr>
  <c:externalData r:id="rId2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8A88B-579E-486E-AE53-13DFF25CD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27BE5-E58A-4CBA-8FA5-DF01B83055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17042-A486-4A77-AEA0-33899B24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D6320-774F-465C-8732-708AEA9D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224C2-7931-4BBF-933B-000354E2B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1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D5A42-71FF-4869-86A2-51D2C3281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D0DA0-BAB8-41A9-A2D2-9C98319E4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EB87E-DDF2-42FD-AA5F-19589AD7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58345-ACA4-4368-A837-AAB9E391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3B6FA-71CD-40FF-BF57-618645350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5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1180-14BA-4861-BF67-493F18E4F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2C9C7-DC65-4109-A513-7B5B51AE7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4CAE4-000B-44B0-A36B-2AEE09495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8F58-EB55-498B-AE7F-7E3A344C9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C98274-EAE9-4255-A9C2-11E54537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64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DD50-40EA-41AA-A8C8-36013A680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5A554-FD2B-4E48-92F9-D62ADD812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4704C-7167-482B-A9D4-F7F60FC92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8BFAB-D110-4A68-80BE-00F31962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DFD40-3DD0-4ABC-8F96-0C881386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7E9E6-3413-4783-B90D-C4FA7450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6682B-9423-4B9C-9018-1E88BFC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E73D8-1007-413A-B7C3-38BCEA5AAD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DBF21C-EF1E-442B-8359-9DB3A7E10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7330F-9674-4935-9412-24F5EE92C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888401-AC83-4CA2-B380-7DC89C36A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ACE60D-A5D8-4078-BF35-58AD19838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A0FEAA-6A11-4BA6-A16C-3D9908294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1622D5-5D04-4357-A4E8-DBF398C6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42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B8084-A3B6-4D5A-B08B-C44C3492F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8CE0F-A9DE-4E52-B29A-A596F85C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A9920-992F-40AD-A2AA-A9A657DA2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0F065-4D6B-4F7A-93DE-79B073E91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7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203FD-5A75-4854-8458-EF6513466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091B0-7D8E-4EEE-95F1-C6318ACE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37022-0FF8-4760-BE78-0FC6A755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4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641D-CD3E-46DD-B945-B13828BAD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16EE3-B5C0-4D18-A531-F67DC24A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A843CE-2DF0-452B-9075-1ACE6F363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CB9A5-9F1E-4525-B2DF-28E3BC75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E2C47-F8C5-4F1C-9AB1-FF83B870F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5F9EF-6EC1-4B4C-B79C-84E31A8C1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772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10A2-5DC7-4202-A20E-1F30AC991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89311B-EA8C-4F77-89E4-67CDF6E8BD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64F7AB-2C87-4C72-8455-166F1BD56E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CE112-3EED-4D57-B008-D4D69631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160B2-3455-49A1-890C-F879E16A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89F30-ED10-46E9-BDE6-16FD0C9D7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61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60893-63E4-4D80-B02F-3816B1E7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8D957-ECCE-456E-80B9-0DB4E0528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91F71-4C43-4A2D-8129-9968E7FD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224F4-BCB3-4D33-9828-87A693D3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D54B-E831-4D01-8D4E-146A55EB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398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AD506-927F-4807-AD92-748FE9FBF0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8D7A9-A454-42D3-9268-1F805E12F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F6025-DBA2-485F-BE76-D3CC660C3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C0C3D-9FD3-4490-B1AE-2453FCE07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A8651-D5DA-4AE5-80F1-28B7CB07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477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FC83BC-DC6C-4561-B969-BCDE7464B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0D03E-1046-4B46-96E1-135C0CDBF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588C-CE3D-4846-8FE2-CF853CCDDA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70F1F-831F-469A-81E0-BB07983C1A55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44B2D-6AAC-43B3-A38E-F28E2A5A4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DCBBE-A5B7-44D1-81F1-48B7329CA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F3D2C-5780-4425-B7F4-6FC1381A88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74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FF341F7-9A5D-4475-9DCE-87752FB02095}"/>
              </a:ext>
            </a:extLst>
          </p:cNvPr>
          <p:cNvGrpSpPr/>
          <p:nvPr/>
        </p:nvGrpSpPr>
        <p:grpSpPr>
          <a:xfrm>
            <a:off x="386418" y="837154"/>
            <a:ext cx="11419164" cy="5860740"/>
            <a:chOff x="221293" y="667657"/>
            <a:chExt cx="11749414" cy="603023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AC8855E-53A2-4D2D-B446-5D2A6B2AD8CE}"/>
                </a:ext>
              </a:extLst>
            </p:cNvPr>
            <p:cNvGrpSpPr/>
            <p:nvPr/>
          </p:nvGrpSpPr>
          <p:grpSpPr>
            <a:xfrm>
              <a:off x="221293" y="667657"/>
              <a:ext cx="11749414" cy="2924180"/>
              <a:chOff x="701458" y="667657"/>
              <a:chExt cx="11749414" cy="292418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6D08D6F-C5C8-4B08-B4AE-F2B13E7E8DE1}"/>
                  </a:ext>
                </a:extLst>
              </p:cNvPr>
              <p:cNvSpPr/>
              <p:nvPr/>
            </p:nvSpPr>
            <p:spPr>
              <a:xfrm>
                <a:off x="701458" y="1164921"/>
                <a:ext cx="3745282" cy="24269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B95A964-16E1-461D-A63E-554D742CE46A}"/>
                  </a:ext>
                </a:extLst>
              </p:cNvPr>
              <p:cNvSpPr/>
              <p:nvPr/>
            </p:nvSpPr>
            <p:spPr>
              <a:xfrm>
                <a:off x="4703524" y="1164921"/>
                <a:ext cx="3745282" cy="24269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F3D841-3197-4F28-BC19-63FD5B3632A9}"/>
                  </a:ext>
                </a:extLst>
              </p:cNvPr>
              <p:cNvSpPr/>
              <p:nvPr/>
            </p:nvSpPr>
            <p:spPr>
              <a:xfrm>
                <a:off x="8705590" y="1164921"/>
                <a:ext cx="3745282" cy="24269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5B119FB-8A4E-4C0D-B331-19D53AEF9210}"/>
                  </a:ext>
                </a:extLst>
              </p:cNvPr>
              <p:cNvSpPr/>
              <p:nvPr/>
            </p:nvSpPr>
            <p:spPr>
              <a:xfrm>
                <a:off x="701458" y="667657"/>
                <a:ext cx="3745282" cy="4972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Georgia" panose="02040502050405020303" pitchFamily="18" charset="0"/>
                  </a:rPr>
                  <a:t>Costs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2B708FB-645F-4F60-89AF-09B09A27535E}"/>
                  </a:ext>
                </a:extLst>
              </p:cNvPr>
              <p:cNvSpPr/>
              <p:nvPr/>
            </p:nvSpPr>
            <p:spPr>
              <a:xfrm>
                <a:off x="4703524" y="667657"/>
                <a:ext cx="3745282" cy="4972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Georgia" panose="02040502050405020303" pitchFamily="18" charset="0"/>
                  </a:rPr>
                  <a:t>Allocation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4AE333C-7E3A-4015-A5D1-93543FFFD234}"/>
                  </a:ext>
                </a:extLst>
              </p:cNvPr>
              <p:cNvSpPr/>
              <p:nvPr/>
            </p:nvSpPr>
            <p:spPr>
              <a:xfrm>
                <a:off x="8705590" y="667657"/>
                <a:ext cx="3745282" cy="4972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Georgia" panose="02040502050405020303" pitchFamily="18" charset="0"/>
                  </a:rPr>
                  <a:t>Bourn down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F22C1EB-E3AC-4AAD-8F3F-37CB8EF8F070}"/>
                </a:ext>
              </a:extLst>
            </p:cNvPr>
            <p:cNvGrpSpPr/>
            <p:nvPr/>
          </p:nvGrpSpPr>
          <p:grpSpPr>
            <a:xfrm>
              <a:off x="2222326" y="3773714"/>
              <a:ext cx="7747348" cy="2924180"/>
              <a:chOff x="4223359" y="3773714"/>
              <a:chExt cx="7747348" cy="292418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E67906-C3E1-4F34-91E9-12154C889F6F}"/>
                  </a:ext>
                </a:extLst>
              </p:cNvPr>
              <p:cNvSpPr/>
              <p:nvPr/>
            </p:nvSpPr>
            <p:spPr>
              <a:xfrm>
                <a:off x="4223359" y="4270978"/>
                <a:ext cx="3745282" cy="24269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C50892A-7EA8-4C84-A4D8-065D63AB74C3}"/>
                  </a:ext>
                </a:extLst>
              </p:cNvPr>
              <p:cNvSpPr/>
              <p:nvPr/>
            </p:nvSpPr>
            <p:spPr>
              <a:xfrm>
                <a:off x="8225425" y="4270978"/>
                <a:ext cx="3745282" cy="242691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918746F-493A-4052-AB23-7EBE9533C988}"/>
                  </a:ext>
                </a:extLst>
              </p:cNvPr>
              <p:cNvSpPr/>
              <p:nvPr/>
            </p:nvSpPr>
            <p:spPr>
              <a:xfrm>
                <a:off x="4223359" y="3773714"/>
                <a:ext cx="3745282" cy="4972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Georgia" panose="02040502050405020303" pitchFamily="18" charset="0"/>
                  </a:rPr>
                  <a:t>Status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8923DBF-F9B5-4DDA-BED8-536D3BC160E0}"/>
                  </a:ext>
                </a:extLst>
              </p:cNvPr>
              <p:cNvSpPr/>
              <p:nvPr/>
            </p:nvSpPr>
            <p:spPr>
              <a:xfrm>
                <a:off x="8225425" y="3773714"/>
                <a:ext cx="3745282" cy="497263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Georgia" panose="02040502050405020303" pitchFamily="18" charset="0"/>
                  </a:rPr>
                  <a:t>Dashboard</a:t>
                </a:r>
              </a:p>
            </p:txBody>
          </p:sp>
        </p:grpSp>
        <p:graphicFrame>
          <p:nvGraphicFramePr>
            <p:cNvPr id="19" name="Chart 18">
              <a:extLst>
                <a:ext uri="{FF2B5EF4-FFF2-40B4-BE49-F238E27FC236}">
                  <a16:creationId xmlns:a16="http://schemas.microsoft.com/office/drawing/2014/main" id="{D57A86B6-FAB1-49A2-A5AA-6A3EA3E7F41A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661732634"/>
                </p:ext>
              </p:extLst>
            </p:nvPr>
          </p:nvGraphicFramePr>
          <p:xfrm>
            <a:off x="500084" y="1217991"/>
            <a:ext cx="3187699" cy="212513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graphicFrame>
          <p:nvGraphicFramePr>
            <p:cNvPr id="20" name="Chart 19">
              <a:extLst>
                <a:ext uri="{FF2B5EF4-FFF2-40B4-BE49-F238E27FC236}">
                  <a16:creationId xmlns:a16="http://schemas.microsoft.com/office/drawing/2014/main" id="{B4D422EE-556F-4F78-9E9F-430BD23EEC7D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517748749"/>
                </p:ext>
              </p:extLst>
            </p:nvPr>
          </p:nvGraphicFramePr>
          <p:xfrm>
            <a:off x="4419600" y="1217991"/>
            <a:ext cx="3352800" cy="2235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aphicFrame>
          <p:nvGraphicFramePr>
            <p:cNvPr id="21" name="Chart 20">
              <a:extLst>
                <a:ext uri="{FF2B5EF4-FFF2-40B4-BE49-F238E27FC236}">
                  <a16:creationId xmlns:a16="http://schemas.microsoft.com/office/drawing/2014/main" id="{C74E7584-910D-4B7C-B756-A2115C81BDB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14269807"/>
                </p:ext>
              </p:extLst>
            </p:nvPr>
          </p:nvGraphicFramePr>
          <p:xfrm>
            <a:off x="8674381" y="1346123"/>
            <a:ext cx="3027690" cy="163572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0A56D8-B496-4858-A38F-A35F0ADDE680}"/>
                </a:ext>
              </a:extLst>
            </p:cNvPr>
            <p:cNvGrpSpPr/>
            <p:nvPr/>
          </p:nvGrpSpPr>
          <p:grpSpPr>
            <a:xfrm>
              <a:off x="7015283" y="4415384"/>
              <a:ext cx="2163500" cy="2192986"/>
              <a:chOff x="5172294" y="2832848"/>
              <a:chExt cx="2163500" cy="2192986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DF6C423-36F5-42F3-B778-0D034951BCF4}"/>
                  </a:ext>
                </a:extLst>
              </p:cNvPr>
              <p:cNvSpPr/>
              <p:nvPr/>
            </p:nvSpPr>
            <p:spPr>
              <a:xfrm>
                <a:off x="5174548" y="2832848"/>
                <a:ext cx="2158991" cy="215899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Donut 235">
                <a:extLst>
                  <a:ext uri="{FF2B5EF4-FFF2-40B4-BE49-F238E27FC236}">
                    <a16:creationId xmlns:a16="http://schemas.microsoft.com/office/drawing/2014/main" id="{60E29D32-9E45-4BD4-8CCF-3A5722CC17E4}"/>
                  </a:ext>
                </a:extLst>
              </p:cNvPr>
              <p:cNvSpPr/>
              <p:nvPr/>
            </p:nvSpPr>
            <p:spPr>
              <a:xfrm>
                <a:off x="5172294" y="2862335"/>
                <a:ext cx="2163500" cy="2163499"/>
              </a:xfrm>
              <a:prstGeom prst="donut">
                <a:avLst>
                  <a:gd name="adj" fmla="val 3639"/>
                </a:avLst>
              </a:prstGeom>
              <a:solidFill>
                <a:schemeClr val="tx1"/>
              </a:solidFill>
              <a:ln>
                <a:solidFill>
                  <a:schemeClr val="accent2"/>
                </a:solidFill>
              </a:ln>
              <a:scene3d>
                <a:camera prst="orthographicFront"/>
                <a:lightRig rig="threePt" dir="t"/>
              </a:scene3d>
              <a:sp3d>
                <a:bevelT w="88900" h="50800" prst="softRound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39F77CF1-8A20-4866-96A2-AB013389DC17}"/>
                  </a:ext>
                </a:extLst>
              </p:cNvPr>
              <p:cNvGrpSpPr/>
              <p:nvPr/>
            </p:nvGrpSpPr>
            <p:grpSpPr>
              <a:xfrm>
                <a:off x="5247949" y="2943509"/>
                <a:ext cx="2022886" cy="1768376"/>
                <a:chOff x="5169250" y="4223783"/>
                <a:chExt cx="2179973" cy="1905702"/>
              </a:xfrm>
            </p:grpSpPr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89013C13-2046-45A9-81BD-E992F1F351D2}"/>
                    </a:ext>
                  </a:extLst>
                </p:cNvPr>
                <p:cNvSpPr txBox="1"/>
                <p:nvPr/>
              </p:nvSpPr>
              <p:spPr>
                <a:xfrm rot="16200000">
                  <a:off x="5126063" y="5176490"/>
                  <a:ext cx="368300" cy="2819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20</a:t>
                  </a:r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453DEC8B-D8EE-4979-B141-439A36565465}"/>
                    </a:ext>
                  </a:extLst>
                </p:cNvPr>
                <p:cNvSpPr txBox="1"/>
                <p:nvPr/>
              </p:nvSpPr>
              <p:spPr>
                <a:xfrm rot="5400000">
                  <a:off x="6981787" y="5170141"/>
                  <a:ext cx="452948" cy="2819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100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8AD06DF3-DEC6-4398-9C79-7EC81A6CC201}"/>
                    </a:ext>
                  </a:extLst>
                </p:cNvPr>
                <p:cNvSpPr txBox="1"/>
                <p:nvPr/>
              </p:nvSpPr>
              <p:spPr>
                <a:xfrm>
                  <a:off x="6072508" y="4223783"/>
                  <a:ext cx="368299" cy="281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60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EBB04BF7-2C07-4698-9A72-F5410E815A91}"/>
                    </a:ext>
                  </a:extLst>
                </p:cNvPr>
                <p:cNvSpPr txBox="1"/>
                <p:nvPr/>
              </p:nvSpPr>
              <p:spPr>
                <a:xfrm rot="2700000">
                  <a:off x="6750105" y="4498374"/>
                  <a:ext cx="368300" cy="2819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80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8D07A30C-9786-4EFE-85AC-1FB0CB9456FA}"/>
                    </a:ext>
                  </a:extLst>
                </p:cNvPr>
                <p:cNvSpPr txBox="1"/>
                <p:nvPr/>
              </p:nvSpPr>
              <p:spPr>
                <a:xfrm rot="13500000">
                  <a:off x="5454145" y="5846695"/>
                  <a:ext cx="283654" cy="2819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0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D3F411C2-A1CB-45AE-AAE4-2D416EA611D8}"/>
                    </a:ext>
                  </a:extLst>
                </p:cNvPr>
                <p:cNvSpPr txBox="1"/>
                <p:nvPr/>
              </p:nvSpPr>
              <p:spPr>
                <a:xfrm rot="18900000">
                  <a:off x="5388062" y="4493725"/>
                  <a:ext cx="368299" cy="281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40</a:t>
                  </a:r>
                </a:p>
              </p:txBody>
            </p:sp>
            <p:sp>
              <p:nvSpPr>
                <p:cNvPr id="90" name="TextBox 89">
                  <a:extLst>
                    <a:ext uri="{FF2B5EF4-FFF2-40B4-BE49-F238E27FC236}">
                      <a16:creationId xmlns:a16="http://schemas.microsoft.com/office/drawing/2014/main" id="{08809C04-6C25-48B7-AC81-0DD762C366DE}"/>
                    </a:ext>
                  </a:extLst>
                </p:cNvPr>
                <p:cNvSpPr txBox="1"/>
                <p:nvPr/>
              </p:nvSpPr>
              <p:spPr>
                <a:xfrm rot="8100000">
                  <a:off x="6706033" y="5833974"/>
                  <a:ext cx="452947" cy="28192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105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120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6A36A21-4BC6-4C4A-B9D5-0F80B3767A4A}"/>
                  </a:ext>
                </a:extLst>
              </p:cNvPr>
              <p:cNvGrpSpPr/>
              <p:nvPr/>
            </p:nvGrpSpPr>
            <p:grpSpPr>
              <a:xfrm>
                <a:off x="5462221" y="3160760"/>
                <a:ext cx="1583646" cy="1378074"/>
                <a:chOff x="5400167" y="4488453"/>
                <a:chExt cx="1706624" cy="1485090"/>
              </a:xfrm>
            </p:grpSpPr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92A1B1FA-5F55-4146-8C6E-65E11968AF3B}"/>
                    </a:ext>
                  </a:extLst>
                </p:cNvPr>
                <p:cNvCxnSpPr/>
                <p:nvPr/>
              </p:nvCxnSpPr>
              <p:spPr>
                <a:xfrm>
                  <a:off x="6253478" y="4488453"/>
                  <a:ext cx="0" cy="165526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07E1ED26-60D1-4A38-BCEA-A38A28BE2756}"/>
                    </a:ext>
                  </a:extLst>
                </p:cNvPr>
                <p:cNvCxnSpPr/>
                <p:nvPr/>
              </p:nvCxnSpPr>
              <p:spPr>
                <a:xfrm rot="300000">
                  <a:off x="6324769" y="449156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6468E211-B47F-4372-8202-AD5002477584}"/>
                    </a:ext>
                  </a:extLst>
                </p:cNvPr>
                <p:cNvCxnSpPr/>
                <p:nvPr/>
              </p:nvCxnSpPr>
              <p:spPr>
                <a:xfrm rot="600000">
                  <a:off x="6395518" y="4500880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017B755-DA2B-441D-ABC0-9F4214EF50C8}"/>
                    </a:ext>
                  </a:extLst>
                </p:cNvPr>
                <p:cNvCxnSpPr/>
                <p:nvPr/>
              </p:nvCxnSpPr>
              <p:spPr>
                <a:xfrm rot="900000">
                  <a:off x="6465186" y="4516325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FEA6DFA5-4FE1-40E7-BF7B-E4D2C8CD8927}"/>
                    </a:ext>
                  </a:extLst>
                </p:cNvPr>
                <p:cNvCxnSpPr/>
                <p:nvPr/>
              </p:nvCxnSpPr>
              <p:spPr>
                <a:xfrm rot="1200000">
                  <a:off x="6533242" y="4537783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4F9F036-1C6E-49E1-BB00-499418C0FA2C}"/>
                    </a:ext>
                  </a:extLst>
                </p:cNvPr>
                <p:cNvCxnSpPr/>
                <p:nvPr/>
              </p:nvCxnSpPr>
              <p:spPr>
                <a:xfrm rot="1500000">
                  <a:off x="6599169" y="456509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062E2673-2967-46BF-84D1-18F0F82A5711}"/>
                    </a:ext>
                  </a:extLst>
                </p:cNvPr>
                <p:cNvCxnSpPr/>
                <p:nvPr/>
              </p:nvCxnSpPr>
              <p:spPr>
                <a:xfrm rot="1800000">
                  <a:off x="6662466" y="459804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58912356-592A-4079-B489-CBCD0CC313EF}"/>
                    </a:ext>
                  </a:extLst>
                </p:cNvPr>
                <p:cNvCxnSpPr/>
                <p:nvPr/>
              </p:nvCxnSpPr>
              <p:spPr>
                <a:xfrm rot="2100000">
                  <a:off x="6722649" y="4636382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15D2F5A1-783B-4C69-B9F9-5B9F23B5EF2B}"/>
                    </a:ext>
                  </a:extLst>
                </p:cNvPr>
                <p:cNvCxnSpPr/>
                <p:nvPr/>
              </p:nvCxnSpPr>
              <p:spPr>
                <a:xfrm rot="2400000">
                  <a:off x="6779262" y="4679822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4D4ED4FC-2F36-418B-890F-B55732C5368A}"/>
                    </a:ext>
                  </a:extLst>
                </p:cNvPr>
                <p:cNvCxnSpPr/>
                <p:nvPr/>
              </p:nvCxnSpPr>
              <p:spPr>
                <a:xfrm rot="2700000">
                  <a:off x="6798338" y="4714141"/>
                  <a:ext cx="0" cy="165526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1F5371B6-147A-4FB3-90D8-9A63EE20C117}"/>
                    </a:ext>
                  </a:extLst>
                </p:cNvPr>
                <p:cNvCxnSpPr/>
                <p:nvPr/>
              </p:nvCxnSpPr>
              <p:spPr>
                <a:xfrm rot="3000000">
                  <a:off x="6880084" y="4780644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7E3B2E20-A0F3-4F14-872A-FB7E73EA1821}"/>
                    </a:ext>
                  </a:extLst>
                </p:cNvPr>
                <p:cNvCxnSpPr/>
                <p:nvPr/>
              </p:nvCxnSpPr>
              <p:spPr>
                <a:xfrm rot="3300000">
                  <a:off x="6923524" y="483725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0CB9D6BA-EA18-4AD6-B360-B2B342273987}"/>
                    </a:ext>
                  </a:extLst>
                </p:cNvPr>
                <p:cNvCxnSpPr/>
                <p:nvPr/>
              </p:nvCxnSpPr>
              <p:spPr>
                <a:xfrm rot="3300000">
                  <a:off x="5583433" y="577559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302B5CAD-46F6-453E-A652-0EDE0BA6DCF3}"/>
                    </a:ext>
                  </a:extLst>
                </p:cNvPr>
                <p:cNvCxnSpPr/>
                <p:nvPr/>
              </p:nvCxnSpPr>
              <p:spPr>
                <a:xfrm rot="4500000">
                  <a:off x="7043581" y="5094720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CAF04DB0-0445-4AA2-94A8-BAB268F96243}"/>
                    </a:ext>
                  </a:extLst>
                </p:cNvPr>
                <p:cNvCxnSpPr/>
                <p:nvPr/>
              </p:nvCxnSpPr>
              <p:spPr>
                <a:xfrm rot="4500000">
                  <a:off x="5463376" y="551813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F28C60CF-E647-43F0-AC09-981B6F73ADF4}"/>
                    </a:ext>
                  </a:extLst>
                </p:cNvPr>
                <p:cNvCxnSpPr/>
                <p:nvPr/>
              </p:nvCxnSpPr>
              <p:spPr>
                <a:xfrm rot="4800000">
                  <a:off x="7059026" y="5164388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B5A2CF5D-B6B5-499D-BDD1-04D5E609240E}"/>
                    </a:ext>
                  </a:extLst>
                </p:cNvPr>
                <p:cNvCxnSpPr/>
                <p:nvPr/>
              </p:nvCxnSpPr>
              <p:spPr>
                <a:xfrm rot="4800000">
                  <a:off x="5447931" y="544846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9F4B4FC9-9E9D-4A41-8B27-695DF18DC8DD}"/>
                    </a:ext>
                  </a:extLst>
                </p:cNvPr>
                <p:cNvCxnSpPr/>
                <p:nvPr/>
              </p:nvCxnSpPr>
              <p:spPr>
                <a:xfrm rot="5100000">
                  <a:off x="7068340" y="523513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970F6C86-96FE-4A40-BDA2-D7F28F88584E}"/>
                    </a:ext>
                  </a:extLst>
                </p:cNvPr>
                <p:cNvCxnSpPr/>
                <p:nvPr/>
              </p:nvCxnSpPr>
              <p:spPr>
                <a:xfrm rot="5100000">
                  <a:off x="5438616" y="537771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F4130278-748D-4D25-AD21-CA032BBB9C29}"/>
                    </a:ext>
                  </a:extLst>
                </p:cNvPr>
                <p:cNvCxnSpPr/>
                <p:nvPr/>
              </p:nvCxnSpPr>
              <p:spPr>
                <a:xfrm rot="5400000">
                  <a:off x="7024028" y="5259003"/>
                  <a:ext cx="0" cy="165526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CDDEB8F3-E1C2-4F62-A8C8-AD36CA87F52A}"/>
                    </a:ext>
                  </a:extLst>
                </p:cNvPr>
                <p:cNvCxnSpPr/>
                <p:nvPr/>
              </p:nvCxnSpPr>
              <p:spPr>
                <a:xfrm rot="16200000">
                  <a:off x="5482930" y="5259003"/>
                  <a:ext cx="0" cy="165526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A3120A98-D52B-4A7C-B17A-C60D2220252C}"/>
                    </a:ext>
                  </a:extLst>
                </p:cNvPr>
                <p:cNvCxnSpPr/>
                <p:nvPr/>
              </p:nvCxnSpPr>
              <p:spPr>
                <a:xfrm rot="5700000">
                  <a:off x="7068340" y="537771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F4A8C574-EEDE-452D-AB5F-8760F2A00D09}"/>
                    </a:ext>
                  </a:extLst>
                </p:cNvPr>
                <p:cNvCxnSpPr/>
                <p:nvPr/>
              </p:nvCxnSpPr>
              <p:spPr>
                <a:xfrm rot="5700000">
                  <a:off x="5438616" y="523513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2DE85364-D63F-4771-816C-19F9DFC8D371}"/>
                    </a:ext>
                  </a:extLst>
                </p:cNvPr>
                <p:cNvCxnSpPr/>
                <p:nvPr/>
              </p:nvCxnSpPr>
              <p:spPr>
                <a:xfrm rot="6000000">
                  <a:off x="7059026" y="544846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4A324B19-76D3-4614-899A-7CA0F39A4644}"/>
                    </a:ext>
                  </a:extLst>
                </p:cNvPr>
                <p:cNvCxnSpPr/>
                <p:nvPr/>
              </p:nvCxnSpPr>
              <p:spPr>
                <a:xfrm rot="6000000">
                  <a:off x="5447931" y="5164388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47D484E-8564-4B87-81A9-8E9D8CE439A2}"/>
                    </a:ext>
                  </a:extLst>
                </p:cNvPr>
                <p:cNvCxnSpPr/>
                <p:nvPr/>
              </p:nvCxnSpPr>
              <p:spPr>
                <a:xfrm rot="6300000">
                  <a:off x="7043581" y="551813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>
                  <a:extLst>
                    <a:ext uri="{FF2B5EF4-FFF2-40B4-BE49-F238E27FC236}">
                      <a16:creationId xmlns:a16="http://schemas.microsoft.com/office/drawing/2014/main" id="{480AF569-7491-4704-BC64-B7DC013BC41D}"/>
                    </a:ext>
                  </a:extLst>
                </p:cNvPr>
                <p:cNvCxnSpPr/>
                <p:nvPr/>
              </p:nvCxnSpPr>
              <p:spPr>
                <a:xfrm rot="6300000">
                  <a:off x="5463376" y="5094720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8B361692-D09D-420B-B203-9C2144C19B48}"/>
                    </a:ext>
                  </a:extLst>
                </p:cNvPr>
                <p:cNvCxnSpPr/>
                <p:nvPr/>
              </p:nvCxnSpPr>
              <p:spPr>
                <a:xfrm rot="6600000">
                  <a:off x="7022123" y="558619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B6902D6-8F2A-4C20-BBC6-C79B45B03CFB}"/>
                    </a:ext>
                  </a:extLst>
                </p:cNvPr>
                <p:cNvCxnSpPr/>
                <p:nvPr/>
              </p:nvCxnSpPr>
              <p:spPr>
                <a:xfrm rot="6600000">
                  <a:off x="5484833" y="5026665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1507F06E-A528-473C-9871-8117AF081601}"/>
                    </a:ext>
                  </a:extLst>
                </p:cNvPr>
                <p:cNvCxnSpPr/>
                <p:nvPr/>
              </p:nvCxnSpPr>
              <p:spPr>
                <a:xfrm rot="6900000">
                  <a:off x="6994815" y="565211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2F636CFB-A394-4CBB-B78A-54F0FF0BE0C7}"/>
                    </a:ext>
                  </a:extLst>
                </p:cNvPr>
                <p:cNvCxnSpPr/>
                <p:nvPr/>
              </p:nvCxnSpPr>
              <p:spPr>
                <a:xfrm rot="6900000">
                  <a:off x="5512142" y="496073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3FF2A9EF-F89F-490B-A743-9803EFD3A214}"/>
                    </a:ext>
                  </a:extLst>
                </p:cNvPr>
                <p:cNvCxnSpPr/>
                <p:nvPr/>
              </p:nvCxnSpPr>
              <p:spPr>
                <a:xfrm rot="7200000">
                  <a:off x="6961865" y="571541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EE75EB9-7EF8-4D16-9D9A-7DD265F671F0}"/>
                    </a:ext>
                  </a:extLst>
                </p:cNvPr>
                <p:cNvCxnSpPr/>
                <p:nvPr/>
              </p:nvCxnSpPr>
              <p:spPr>
                <a:xfrm rot="7200000">
                  <a:off x="5545092" y="489744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9209198F-B742-4D05-8A14-21CB0E7DCDDB}"/>
                    </a:ext>
                  </a:extLst>
                </p:cNvPr>
                <p:cNvCxnSpPr/>
                <p:nvPr/>
              </p:nvCxnSpPr>
              <p:spPr>
                <a:xfrm rot="7500000">
                  <a:off x="6923524" y="577559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5689F123-9C3A-4B6B-BC6F-D85E2818CC40}"/>
                    </a:ext>
                  </a:extLst>
                </p:cNvPr>
                <p:cNvCxnSpPr/>
                <p:nvPr/>
              </p:nvCxnSpPr>
              <p:spPr>
                <a:xfrm rot="7500000">
                  <a:off x="5583433" y="483725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BBE61937-3800-49A1-945F-51C950AE444F}"/>
                    </a:ext>
                  </a:extLst>
                </p:cNvPr>
                <p:cNvCxnSpPr/>
                <p:nvPr/>
              </p:nvCxnSpPr>
              <p:spPr>
                <a:xfrm rot="7800000">
                  <a:off x="5626873" y="4780644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AD960501-2CDF-42D0-882F-CDCE6EF32EE4}"/>
                    </a:ext>
                  </a:extLst>
                </p:cNvPr>
                <p:cNvCxnSpPr/>
                <p:nvPr/>
              </p:nvCxnSpPr>
              <p:spPr>
                <a:xfrm rot="18900000">
                  <a:off x="5708618" y="4714141"/>
                  <a:ext cx="0" cy="165526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>
                  <a:extLst>
                    <a:ext uri="{FF2B5EF4-FFF2-40B4-BE49-F238E27FC236}">
                      <a16:creationId xmlns:a16="http://schemas.microsoft.com/office/drawing/2014/main" id="{5AC5C45A-84F1-49E9-926A-7C97F410E338}"/>
                    </a:ext>
                  </a:extLst>
                </p:cNvPr>
                <p:cNvCxnSpPr/>
                <p:nvPr/>
              </p:nvCxnSpPr>
              <p:spPr>
                <a:xfrm rot="8400000">
                  <a:off x="5727694" y="4679822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>
                  <a:extLst>
                    <a:ext uri="{FF2B5EF4-FFF2-40B4-BE49-F238E27FC236}">
                      <a16:creationId xmlns:a16="http://schemas.microsoft.com/office/drawing/2014/main" id="{FC4DF35C-C8B1-45C0-92CB-333E12BDFD33}"/>
                    </a:ext>
                  </a:extLst>
                </p:cNvPr>
                <p:cNvCxnSpPr/>
                <p:nvPr/>
              </p:nvCxnSpPr>
              <p:spPr>
                <a:xfrm rot="8700000">
                  <a:off x="5784307" y="4636382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CEDC853E-E6ED-4252-96B4-D7D9FA0EDB62}"/>
                    </a:ext>
                  </a:extLst>
                </p:cNvPr>
                <p:cNvCxnSpPr/>
                <p:nvPr/>
              </p:nvCxnSpPr>
              <p:spPr>
                <a:xfrm rot="9000000">
                  <a:off x="5844492" y="459804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FA9200A0-5653-466E-91F5-A9ACE2EF4166}"/>
                    </a:ext>
                  </a:extLst>
                </p:cNvPr>
                <p:cNvCxnSpPr/>
                <p:nvPr/>
              </p:nvCxnSpPr>
              <p:spPr>
                <a:xfrm rot="9300000">
                  <a:off x="5907787" y="456509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>
                  <a:extLst>
                    <a:ext uri="{FF2B5EF4-FFF2-40B4-BE49-F238E27FC236}">
                      <a16:creationId xmlns:a16="http://schemas.microsoft.com/office/drawing/2014/main" id="{9DBFF637-26FD-407A-960E-337C6FBE0AB0}"/>
                    </a:ext>
                  </a:extLst>
                </p:cNvPr>
                <p:cNvCxnSpPr/>
                <p:nvPr/>
              </p:nvCxnSpPr>
              <p:spPr>
                <a:xfrm rot="9600000">
                  <a:off x="5973715" y="4537783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4954039B-B61E-407E-A210-5335105C058D}"/>
                    </a:ext>
                  </a:extLst>
                </p:cNvPr>
                <p:cNvCxnSpPr/>
                <p:nvPr/>
              </p:nvCxnSpPr>
              <p:spPr>
                <a:xfrm rot="9900000">
                  <a:off x="6041771" y="4516325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B2CF3DBB-6C12-448E-B0EC-C0E635D765D0}"/>
                    </a:ext>
                  </a:extLst>
                </p:cNvPr>
                <p:cNvCxnSpPr/>
                <p:nvPr/>
              </p:nvCxnSpPr>
              <p:spPr>
                <a:xfrm rot="10200000">
                  <a:off x="6111439" y="4500880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C93A427E-04C1-4798-89CB-17F9F543BC35}"/>
                    </a:ext>
                  </a:extLst>
                </p:cNvPr>
                <p:cNvCxnSpPr/>
                <p:nvPr/>
              </p:nvCxnSpPr>
              <p:spPr>
                <a:xfrm rot="10500000">
                  <a:off x="6182187" y="449156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670CEEAF-2471-4FA9-B2A4-467A951F843B}"/>
                    </a:ext>
                  </a:extLst>
                </p:cNvPr>
                <p:cNvCxnSpPr/>
                <p:nvPr/>
              </p:nvCxnSpPr>
              <p:spPr>
                <a:xfrm rot="3600000">
                  <a:off x="6961865" y="489744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A647BF28-BA37-40BB-AA08-417065DBD760}"/>
                    </a:ext>
                  </a:extLst>
                </p:cNvPr>
                <p:cNvCxnSpPr/>
                <p:nvPr/>
              </p:nvCxnSpPr>
              <p:spPr>
                <a:xfrm rot="3600000">
                  <a:off x="5545092" y="5715416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18C3FC79-BD87-427E-99E7-1F40840D9024}"/>
                    </a:ext>
                  </a:extLst>
                </p:cNvPr>
                <p:cNvCxnSpPr/>
                <p:nvPr/>
              </p:nvCxnSpPr>
              <p:spPr>
                <a:xfrm rot="3900000">
                  <a:off x="6994815" y="4960737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7771E950-291E-4E5D-9779-27BE0826F2C7}"/>
                    </a:ext>
                  </a:extLst>
                </p:cNvPr>
                <p:cNvCxnSpPr/>
                <p:nvPr/>
              </p:nvCxnSpPr>
              <p:spPr>
                <a:xfrm rot="3900000">
                  <a:off x="5512142" y="5652119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>
                  <a:extLst>
                    <a:ext uri="{FF2B5EF4-FFF2-40B4-BE49-F238E27FC236}">
                      <a16:creationId xmlns:a16="http://schemas.microsoft.com/office/drawing/2014/main" id="{E45EB0EB-FC80-4C0A-9862-D36FEA170759}"/>
                    </a:ext>
                  </a:extLst>
                </p:cNvPr>
                <p:cNvCxnSpPr/>
                <p:nvPr/>
              </p:nvCxnSpPr>
              <p:spPr>
                <a:xfrm rot="4200000">
                  <a:off x="7022123" y="5026665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>
                  <a:extLst>
                    <a:ext uri="{FF2B5EF4-FFF2-40B4-BE49-F238E27FC236}">
                      <a16:creationId xmlns:a16="http://schemas.microsoft.com/office/drawing/2014/main" id="{3D791219-DEE1-4B67-9B7C-7F1CD0AF62E7}"/>
                    </a:ext>
                  </a:extLst>
                </p:cNvPr>
                <p:cNvCxnSpPr/>
                <p:nvPr/>
              </p:nvCxnSpPr>
              <p:spPr>
                <a:xfrm rot="4200000">
                  <a:off x="5484833" y="5586191"/>
                  <a:ext cx="0" cy="70675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3B586CC2-F7BF-4D20-8230-D79F7875D94A}"/>
                    </a:ext>
                  </a:extLst>
                </p:cNvPr>
                <p:cNvCxnSpPr/>
                <p:nvPr/>
              </p:nvCxnSpPr>
              <p:spPr>
                <a:xfrm rot="7800000">
                  <a:off x="6881011" y="5834468"/>
                  <a:ext cx="0" cy="73152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106D41F9-892F-4CF6-B684-80748CBC0BC6}"/>
                    </a:ext>
                  </a:extLst>
                </p:cNvPr>
                <p:cNvCxnSpPr/>
                <p:nvPr/>
              </p:nvCxnSpPr>
              <p:spPr>
                <a:xfrm rot="8100000">
                  <a:off x="6800545" y="5808951"/>
                  <a:ext cx="0" cy="164592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5D06F3BD-7DAC-4575-B3C4-449CE8FFB819}"/>
                    </a:ext>
                  </a:extLst>
                </p:cNvPr>
                <p:cNvCxnSpPr/>
                <p:nvPr/>
              </p:nvCxnSpPr>
              <p:spPr>
                <a:xfrm rot="13500000">
                  <a:off x="5710165" y="5808952"/>
                  <a:ext cx="0" cy="164592"/>
                </a:xfrm>
                <a:prstGeom prst="line">
                  <a:avLst/>
                </a:prstGeom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51387323-CFAF-4E88-A292-D1A6D08031D7}"/>
                    </a:ext>
                  </a:extLst>
                </p:cNvPr>
                <p:cNvCxnSpPr/>
                <p:nvPr/>
              </p:nvCxnSpPr>
              <p:spPr>
                <a:xfrm rot="13800000">
                  <a:off x="5629699" y="5834468"/>
                  <a:ext cx="0" cy="73152"/>
                </a:xfrm>
                <a:prstGeom prst="line">
                  <a:avLst/>
                </a:prstGeom>
                <a:ln w="635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D21B3B-F10A-4F32-8BB7-ED313B06276D}"/>
                  </a:ext>
                </a:extLst>
              </p:cNvPr>
              <p:cNvSpPr txBox="1"/>
              <p:nvPr/>
            </p:nvSpPr>
            <p:spPr>
              <a:xfrm>
                <a:off x="5936298" y="447735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40%</a:t>
                </a:r>
              </a:p>
            </p:txBody>
          </p:sp>
          <p:graphicFrame>
            <p:nvGraphicFramePr>
              <p:cNvPr id="28" name="Chart 27">
                <a:extLst>
                  <a:ext uri="{FF2B5EF4-FFF2-40B4-BE49-F238E27FC236}">
                    <a16:creationId xmlns:a16="http://schemas.microsoft.com/office/drawing/2014/main" id="{B1AD96EE-EF76-4C08-B465-EAD9950239DA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689234526"/>
                  </p:ext>
                </p:extLst>
              </p:nvPr>
            </p:nvGraphicFramePr>
            <p:xfrm>
              <a:off x="5206260" y="2990005"/>
              <a:ext cx="2013074" cy="1844673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5"/>
              </a:graphicData>
            </a:graphic>
          </p:graphicFrame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177F584-F2BA-4CEE-A0DE-C887ABD2E872}"/>
                </a:ext>
              </a:extLst>
            </p:cNvPr>
            <p:cNvGrpSpPr/>
            <p:nvPr/>
          </p:nvGrpSpPr>
          <p:grpSpPr>
            <a:xfrm>
              <a:off x="2704812" y="4394962"/>
              <a:ext cx="2465944" cy="1844798"/>
              <a:chOff x="8149101" y="1578374"/>
              <a:chExt cx="2465944" cy="1844798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B6E96193-4569-4768-8E68-C4E3C5BC703D}"/>
                  </a:ext>
                </a:extLst>
              </p:cNvPr>
              <p:cNvGrpSpPr/>
              <p:nvPr/>
            </p:nvGrpSpPr>
            <p:grpSpPr>
              <a:xfrm>
                <a:off x="8519619" y="2091070"/>
                <a:ext cx="2095426" cy="371593"/>
                <a:chOff x="5874528" y="177646"/>
                <a:chExt cx="2095426" cy="371593"/>
              </a:xfrm>
            </p:grpSpPr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82C00893-132A-4085-B28C-9FFEFB65AFFD}"/>
                    </a:ext>
                  </a:extLst>
                </p:cNvPr>
                <p:cNvSpPr/>
                <p:nvPr/>
              </p:nvSpPr>
              <p:spPr>
                <a:xfrm>
                  <a:off x="5874528" y="177646"/>
                  <a:ext cx="1459011" cy="37159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B319209E-7F0E-4328-87F7-3ECB22F5552A}"/>
                    </a:ext>
                  </a:extLst>
                </p:cNvPr>
                <p:cNvSpPr/>
                <p:nvPr/>
              </p:nvSpPr>
              <p:spPr>
                <a:xfrm>
                  <a:off x="7333539" y="177646"/>
                  <a:ext cx="636415" cy="37159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4" name="Arrow: Right 93">
                <a:extLst>
                  <a:ext uri="{FF2B5EF4-FFF2-40B4-BE49-F238E27FC236}">
                    <a16:creationId xmlns:a16="http://schemas.microsoft.com/office/drawing/2014/main" id="{40C25519-58FF-4A25-8B8C-6BD75A4CE693}"/>
                  </a:ext>
                </a:extLst>
              </p:cNvPr>
              <p:cNvSpPr/>
              <p:nvPr/>
            </p:nvSpPr>
            <p:spPr>
              <a:xfrm rot="16200000">
                <a:off x="10162578" y="2220713"/>
                <a:ext cx="294135" cy="145693"/>
              </a:xfrm>
              <a:prstGeom prst="rightArrow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1720724C-BC75-47F7-9536-9F372A47D1CF}"/>
                  </a:ext>
                </a:extLst>
              </p:cNvPr>
              <p:cNvGrpSpPr/>
              <p:nvPr/>
            </p:nvGrpSpPr>
            <p:grpSpPr>
              <a:xfrm>
                <a:off x="8519619" y="3051579"/>
                <a:ext cx="2095426" cy="371593"/>
                <a:chOff x="5874528" y="177646"/>
                <a:chExt cx="2095426" cy="371593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79A72A43-D029-49A2-BFD9-4C6394093AF3}"/>
                    </a:ext>
                  </a:extLst>
                </p:cNvPr>
                <p:cNvSpPr/>
                <p:nvPr/>
              </p:nvSpPr>
              <p:spPr>
                <a:xfrm>
                  <a:off x="5874528" y="177646"/>
                  <a:ext cx="1459011" cy="371593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3707860E-7A59-4D35-BA83-AAE1B28B6971}"/>
                    </a:ext>
                  </a:extLst>
                </p:cNvPr>
                <p:cNvSpPr/>
                <p:nvPr/>
              </p:nvSpPr>
              <p:spPr>
                <a:xfrm>
                  <a:off x="7333539" y="177646"/>
                  <a:ext cx="636415" cy="371593"/>
                </a:xfrm>
                <a:prstGeom prst="rect">
                  <a:avLst/>
                </a:prstGeom>
                <a:solidFill>
                  <a:schemeClr val="tx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98" name="Arrow: Right 97">
                <a:extLst>
                  <a:ext uri="{FF2B5EF4-FFF2-40B4-BE49-F238E27FC236}">
                    <a16:creationId xmlns:a16="http://schemas.microsoft.com/office/drawing/2014/main" id="{C19DFC6F-B938-426C-B597-BC950A752ABE}"/>
                  </a:ext>
                </a:extLst>
              </p:cNvPr>
              <p:cNvSpPr/>
              <p:nvPr/>
            </p:nvSpPr>
            <p:spPr>
              <a:xfrm rot="5400000" flipV="1">
                <a:off x="10162578" y="3181222"/>
                <a:ext cx="294135" cy="145693"/>
              </a:xfrm>
              <a:prstGeom prst="rightArrow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8DE7A307-4A29-48E9-A6F9-11EEEF3C01CE}"/>
                  </a:ext>
                </a:extLst>
              </p:cNvPr>
              <p:cNvSpPr/>
              <p:nvPr/>
            </p:nvSpPr>
            <p:spPr>
              <a:xfrm>
                <a:off x="8489827" y="1578374"/>
                <a:ext cx="341658" cy="36446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9B052ABD-F527-4C52-B95A-A4D2303A57C3}"/>
                  </a:ext>
                </a:extLst>
              </p:cNvPr>
              <p:cNvSpPr/>
              <p:nvPr/>
            </p:nvSpPr>
            <p:spPr>
              <a:xfrm>
                <a:off x="8489827" y="2584919"/>
                <a:ext cx="341658" cy="364462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2E4AC383-BB89-4BCE-9FD1-460B92286246}"/>
                  </a:ext>
                </a:extLst>
              </p:cNvPr>
              <p:cNvSpPr txBox="1"/>
              <p:nvPr/>
            </p:nvSpPr>
            <p:spPr>
              <a:xfrm>
                <a:off x="8149101" y="2108032"/>
                <a:ext cx="20565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US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Caption 1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8A3218D-D818-479E-9015-CECC97B86C9C}"/>
                  </a:ext>
                </a:extLst>
              </p:cNvPr>
              <p:cNvSpPr txBox="1"/>
              <p:nvPr/>
            </p:nvSpPr>
            <p:spPr>
              <a:xfrm>
                <a:off x="8149101" y="3080670"/>
                <a:ext cx="20565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US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Caption 2</a:t>
                </a:r>
              </a:p>
            </p:txBody>
          </p:sp>
        </p:grp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C062C3EB-A751-465C-BF72-DB22269307AB}"/>
              </a:ext>
            </a:extLst>
          </p:cNvPr>
          <p:cNvSpPr txBox="1"/>
          <p:nvPr/>
        </p:nvSpPr>
        <p:spPr>
          <a:xfrm>
            <a:off x="0" y="29028"/>
            <a:ext cx="12192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>
                <a:latin typeface="Georgia" panose="02040502050405020303" pitchFamily="18" charset="0"/>
                <a:ea typeface="Cambria" panose="02040503050406030204" pitchFamily="18" charset="0"/>
                <a:cs typeface="+mj-cs"/>
              </a:rPr>
              <a:t>KPI dashboard template powerpoint</a:t>
            </a:r>
          </a:p>
        </p:txBody>
      </p:sp>
    </p:spTree>
    <p:extLst>
      <p:ext uri="{BB962C8B-B14F-4D97-AF65-F5344CB8AC3E}">
        <p14:creationId xmlns:p14="http://schemas.microsoft.com/office/powerpoint/2010/main" val="1888475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7">
      <a:dk1>
        <a:sysClr val="windowText" lastClr="000000"/>
      </a:dk1>
      <a:lt1>
        <a:sysClr val="window" lastClr="FFFFFF"/>
      </a:lt1>
      <a:dk2>
        <a:srgbClr val="44546A"/>
      </a:dk2>
      <a:lt2>
        <a:srgbClr val="BF2424"/>
      </a:lt2>
      <a:accent1>
        <a:srgbClr val="01BBC2"/>
      </a:accent1>
      <a:accent2>
        <a:srgbClr val="A2CD37"/>
      </a:accent2>
      <a:accent3>
        <a:srgbClr val="00B0F0"/>
      </a:accent3>
      <a:accent4>
        <a:srgbClr val="FD6D67"/>
      </a:accent4>
      <a:accent5>
        <a:srgbClr val="EAA31B"/>
      </a:accent5>
      <a:accent6>
        <a:srgbClr val="934584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Kavitha</dc:creator>
  <cp:lastModifiedBy>Kavitha</cp:lastModifiedBy>
  <cp:revision>2</cp:revision>
  <dcterms:created xsi:type="dcterms:W3CDTF">2020-07-23T11:27:47Z</dcterms:created>
  <dcterms:modified xsi:type="dcterms:W3CDTF">2020-07-23T11:36:18Z</dcterms:modified>
</cp:coreProperties>
</file>